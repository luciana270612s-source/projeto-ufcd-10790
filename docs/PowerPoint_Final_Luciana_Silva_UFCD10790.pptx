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ter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0"/>
            <a:ext cx="69951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82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UFCD 10790 - Projeto</a:t>
            </a:r>
          </a:p>
          <a:p>
            <a:r>
              <a:t>Luciana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ter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0"/>
            <a:ext cx="6995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ter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0"/>
            <a:ext cx="6995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ter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0"/>
            <a:ext cx="6995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tter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0"/>
            <a:ext cx="6995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lusao_bon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11460175" cy="5617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